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6"/>
  </p:notesMasterIdLst>
  <p:sldIdLst>
    <p:sldId id="483" r:id="rId2"/>
    <p:sldId id="484" r:id="rId3"/>
    <p:sldId id="470" r:id="rId4"/>
    <p:sldId id="488" r:id="rId5"/>
    <p:sldId id="478" r:id="rId6"/>
    <p:sldId id="482" r:id="rId7"/>
    <p:sldId id="486" r:id="rId8"/>
    <p:sldId id="489" r:id="rId9"/>
    <p:sldId id="490" r:id="rId10"/>
    <p:sldId id="485" r:id="rId11"/>
    <p:sldId id="491" r:id="rId12"/>
    <p:sldId id="487" r:id="rId13"/>
    <p:sldId id="473" r:id="rId14"/>
    <p:sldId id="468" r:id="rId15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7" autoAdjust="0"/>
    <p:restoredTop sz="94434" autoAdjust="0"/>
  </p:normalViewPr>
  <p:slideViewPr>
    <p:cSldViewPr snapToGrid="0">
      <p:cViewPr varScale="1">
        <p:scale>
          <a:sx n="41" d="100"/>
          <a:sy n="41" d="100"/>
        </p:scale>
        <p:origin x="56" y="5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9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98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34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705602" y="2109718"/>
            <a:ext cx="5222696" cy="1743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</a:t>
            </a:r>
            <a:r>
              <a:rPr lang="en-GB" sz="2000" b="1" i="0" u="none" strike="noStrike" cap="none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Supervision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 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Chenna Aditya Vardhan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86072" y="4088074"/>
            <a:ext cx="1200987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 </a:t>
            </a:r>
            <a:r>
              <a:rPr lang="en-US" sz="2000" b="1" i="0" u="none" strike="noStrike" cap="none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in Computer Science Engineering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Mohamed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R. Balakrishnan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Coordinators: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Bhuvaneshwari Patil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CSE7000 -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Fuel Consumption Estimator for Future UAVs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638295"/>
              </p:ext>
            </p:extLst>
          </p:nvPr>
        </p:nvGraphicFramePr>
        <p:xfrm>
          <a:off x="601909" y="1911875"/>
          <a:ext cx="488449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513221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Nitya C Madiwal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20241CSE0853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5CSE12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239800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Content</a:t>
            </a:r>
            <a:endParaRPr dirty="0">
              <a:solidFill>
                <a:srgbClr val="0070C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78759" y="762138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/ Technology</a:t>
            </a: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 </a:t>
            </a:r>
            <a:endParaRPr lang="en-IN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648573"/>
      </p:ext>
    </p:extLst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lvl="0"/>
            <a:r>
              <a:rPr lang="en-IN" sz="2400" dirty="0"/>
              <a:t>Hindustan Aeronautics Limited (HAL) is India's leading aerospace and defence Public Sector Undertaking (PSU).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/>
              <a:t>Established in </a:t>
            </a:r>
            <a:r>
              <a:rPr lang="en-IN" sz="2400" b="1" dirty="0"/>
              <a:t>1940</a:t>
            </a:r>
            <a:r>
              <a:rPr lang="en-IN" sz="2400" dirty="0"/>
              <a:t> under the Ministry of Defence, Government of India.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400" dirty="0"/>
              <a:t>Engaged in the design, development, manufacture, and maintenance of aircraft, helicopters, engines, and avionics.</a:t>
            </a:r>
          </a:p>
          <a:p>
            <a:pPr lvl="0"/>
            <a:r>
              <a:rPr lang="en-IN" sz="2400" dirty="0"/>
              <a:t>Aircraft Research and Design Centre (ARDC) is HAL's dedicated R&amp;D centre located in Bengaluru.</a:t>
            </a:r>
          </a:p>
          <a:p>
            <a:pPr lvl="0"/>
            <a:r>
              <a:rPr lang="en-IN" sz="2400" dirty="0"/>
              <a:t>ARDC focuses on aircraft design, system integration, testing, and development of indigenous aerospace technologies.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6428933"/>
      </p:ext>
    </p:extLst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8EC50-5586-5FD1-A5B4-F01EFEF5E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5F6E-03E8-4136-CEA0-45881152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4598"/>
            <a:ext cx="10515600" cy="679904"/>
          </a:xfrm>
        </p:spPr>
        <p:txBody>
          <a:bodyPr/>
          <a:lstStyle/>
          <a:p>
            <a:r>
              <a:rPr lang="en-I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&amp; Services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4249A-1774-F916-DA76-A297DA5D0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76055"/>
            <a:ext cx="11153931" cy="5944666"/>
          </a:xfrm>
        </p:spPr>
        <p:txBody>
          <a:bodyPr/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Products</a:t>
            </a:r>
          </a:p>
          <a:p>
            <a:pPr lvl="0"/>
            <a:r>
              <a:rPr lang="en-IN" sz="2100" dirty="0"/>
              <a:t>LCA Tejas – Light Combat Aircraft </a:t>
            </a:r>
          </a:p>
          <a:p>
            <a:pPr lvl="0"/>
            <a:r>
              <a:rPr lang="en-IN" sz="2100" dirty="0"/>
              <a:t>ALH Dhruv – Advanced Light Helicopter </a:t>
            </a:r>
          </a:p>
          <a:p>
            <a:pPr lvl="0"/>
            <a:r>
              <a:rPr lang="en-IN" sz="2100" dirty="0"/>
              <a:t>LCH </a:t>
            </a:r>
            <a:r>
              <a:rPr lang="en-IN" sz="2100" dirty="0" err="1"/>
              <a:t>Prachand</a:t>
            </a:r>
            <a:r>
              <a:rPr lang="en-IN" sz="2100" dirty="0"/>
              <a:t> – Light Combat Helicopter </a:t>
            </a:r>
          </a:p>
          <a:p>
            <a:pPr lvl="0"/>
            <a:r>
              <a:rPr lang="en-IN" sz="2100" dirty="0"/>
              <a:t>HTT-40 – Hindustan Turbo Trainer </a:t>
            </a:r>
          </a:p>
          <a:p>
            <a:pPr lvl="0"/>
            <a:r>
              <a:rPr lang="en-IN" sz="2100" dirty="0"/>
              <a:t>Hawk Mk132 – Advanced Jet Trainer (manufactured under licence)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Services</a:t>
            </a:r>
          </a:p>
          <a:p>
            <a:pPr lvl="0"/>
            <a:r>
              <a:rPr lang="en-IN" sz="2050" dirty="0"/>
              <a:t>Aircraft Design &amp; Development </a:t>
            </a:r>
          </a:p>
          <a:p>
            <a:pPr lvl="0"/>
            <a:r>
              <a:rPr lang="en-IN" sz="2050" dirty="0"/>
              <a:t>Maintenance, Repair &amp; Overhaul (MRO) </a:t>
            </a:r>
          </a:p>
          <a:p>
            <a:pPr lvl="0"/>
            <a:r>
              <a:rPr lang="en-IN" sz="2050" dirty="0"/>
              <a:t>Flight Testing &amp; Certification Support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4C581-126C-D221-67F7-07F9109AC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F4CF7DEA-2412-1EDF-5F97-5EA52C511A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425180" y="800907"/>
            <a:ext cx="2928620" cy="19716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AE2DFA-9FB2-7DD1-D066-16A1C346B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180" y="3099581"/>
            <a:ext cx="2928620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751014"/>
      </p:ext>
    </p:extLst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/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50490"/>
            <a:ext cx="10515600" cy="5659821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Aerospace Software Development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Simulation &amp; Telemetry Processing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UAV Fuel Estimation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Gear – Real-time flight simulation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– Backend processing &amp; fuel estimation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 Protocol – Telemetry data communication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– Backend–frontend integration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 &amp; JavaScript – Interactive web dashboard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architecture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10312"/>
            <a:ext cx="2743200" cy="365125"/>
          </a:xfrm>
        </p:spPr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663FA2-7D72-A4BE-A37D-B379C1D98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620" y="182563"/>
            <a:ext cx="3691180" cy="553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7700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95" y="-1397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895" y="539790"/>
            <a:ext cx="11872210" cy="4683139"/>
          </a:xfrm>
        </p:spPr>
        <p:txBody>
          <a:bodyPr/>
          <a:lstStyle/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real-time fuel estimation system for future UAVs. 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flight telemetry into meaningful fuel performance information. </a:t>
            </a:r>
          </a:p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aircraft fuel status during simulated flight. 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mission planning through endurance, range, and fuel reserve estimation</a:t>
            </a:r>
            <a:r>
              <a:rPr lang="en-IN" sz="2100" dirty="0"/>
              <a:t>. </a:t>
            </a:r>
          </a:p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 real-time telemetry from Flight Gear using UDP. 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fuel parameters such as fuel flow, endurance, range, reserve fuel, landing fuel, and bingo fuel. 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estimated values on an interactive web dashboard.</a:t>
            </a: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flight data.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32951823"/>
      </p:ext>
    </p:extLst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525" y="365126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08" y="1184367"/>
            <a:ext cx="11213892" cy="4058194"/>
          </a:xfrm>
        </p:spPr>
        <p:txBody>
          <a:bodyPr/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Gear simulator generates real-time flight telemetry.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backend receives telemetry through the UDP protocol.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estimation algorithms compute critical fuel parameters.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 dashboard displays the estimated values for continuous</a:t>
            </a:r>
          </a:p>
          <a:p>
            <a:pPr marL="0" lv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monitoring.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ED4C79-E2E7-9E06-3B2F-16359812F1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980358"/>
            <a:ext cx="2841468" cy="426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58729"/>
      </p:ext>
    </p:extLst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90F8F-F238-2975-CE0B-4A30EDE1D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1A95C-2B4A-D05D-0789-527179AF2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64" y="0"/>
            <a:ext cx="10515600" cy="819241"/>
          </a:xfrm>
        </p:spPr>
        <p:txBody>
          <a:bodyPr/>
          <a:lstStyle/>
          <a:p>
            <a:r>
              <a:rPr lang="en-IN" sz="32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671A2-E13E-2E2B-E429-EA1FDDFA6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938" y="819240"/>
            <a:ext cx="11350498" cy="5302591"/>
          </a:xfrm>
        </p:spPr>
        <p:txBody>
          <a:bodyPr/>
          <a:lstStyle/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</a:p>
          <a:p>
            <a:pPr lvl="0"/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Gear Simulator generates real-time flight telemetry. </a:t>
            </a: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Layer</a:t>
            </a:r>
          </a:p>
          <a:p>
            <a:pPr lvl="0"/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 protocol transmits telemetry data to the backend. </a:t>
            </a: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Layer</a:t>
            </a:r>
          </a:p>
          <a:p>
            <a:pPr lvl="0"/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backend receives and processes flight parameters. </a:t>
            </a: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Estimation Layer</a:t>
            </a:r>
          </a:p>
          <a:p>
            <a:pPr lvl="0"/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estimation module calculates fuel parameters </a:t>
            </a:r>
            <a:endParaRPr lang="en-IN" sz="1500" dirty="0"/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Layer</a:t>
            </a:r>
          </a:p>
          <a:p>
            <a:pPr lvl="0"/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server connects the backend with the web interface. </a:t>
            </a: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</a:t>
            </a:r>
          </a:p>
          <a:p>
            <a:pPr lvl="0"/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 displays real-time fuel parameters and status alerts.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analysis.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A8734-B1CE-38F4-9FC0-79A7D7498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66624"/>
            <a:ext cx="2743200" cy="365125"/>
          </a:xfrm>
        </p:spPr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A5AD3E-B40F-8819-6F8E-DC7F42A51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581" y="1053760"/>
            <a:ext cx="2938220" cy="440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540701"/>
      </p:ext>
    </p:extLst>
  </p:cSld>
  <p:clrMapOvr>
    <a:masterClrMapping/>
  </p:clrMapOvr>
  <p:transition spd="slow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D0717-D600-D665-BF82-4AA1CF89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2CEE6-AED7-98FD-8F3A-226A32610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64" y="0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Fuel Estimation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0A4CB-BBA1-5C5C-521F-21186DED6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08" y="819240"/>
            <a:ext cx="11213892" cy="5416667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Overview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real-time flight telemetry from Flight Gear.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key flight parameters in the Python backend.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fuel-related parameters using the fuel estimation model.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computed results on the web dashboard.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Outputs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Remaining                             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at Landing     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Range     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Flow                                      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Reserve Fuel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Fuel Consumption (SFC)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Bingo Fuel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Endurance                                     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Status</a:t>
            </a:r>
          </a:p>
          <a:p>
            <a:pPr marL="0" lv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62302-47D2-61C0-0004-3DBB5A651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71F618-ED24-D165-E5CB-057DB25E9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2708" y="939684"/>
            <a:ext cx="3399384" cy="509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711903"/>
      </p:ext>
    </p:extLst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279" y="1365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318" y="732836"/>
            <a:ext cx="10515600" cy="4552086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received real-time flight telemetry from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FlightGear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simulator using UDP.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 flight parameters continuously through the Python backend.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 estimated fuel flow, fuel remaining, endurance, range, landing fuel, and bingo fuel.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Displayed real-time fuel information on the web dashboard.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fuel status alerts when fuel reached predefined thresholds.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stable and reliable real-time system performance throughout the simulation.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375810"/>
      </p:ext>
    </p:extLst>
  </p:cSld>
  <p:clrMapOvr>
    <a:masterClrMapping/>
  </p:clrMapOvr>
  <p:transition spd="slow"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80675-578B-6B4E-6F43-04E8D86A5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1B551-8317-EB69-C693-1A03968B3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– Real Time System 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009A5-09D0-9C76-D3E3-B85EFFBEA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5" name="Image 26">
            <a:extLst>
              <a:ext uri="{FF2B5EF4-FFF2-40B4-BE49-F238E27FC236}">
                <a16:creationId xmlns:a16="http://schemas.microsoft.com/office/drawing/2014/main" id="{761DCCA0-0909-52EC-A184-351D095F191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6670" y="1027305"/>
            <a:ext cx="5129330" cy="36996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CDBD08-507D-C8EB-B97D-FBBDC3345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092" y="1453189"/>
            <a:ext cx="5129330" cy="275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253052"/>
      </p:ext>
    </p:extLst>
  </p:cSld>
  <p:clrMapOvr>
    <a:masterClrMapping/>
  </p:clrMapOvr>
  <p:transition spd="slow"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lvl="0"/>
            <a:r>
              <a:rPr lang="en-IN" sz="2150" dirty="0"/>
              <a:t>Developed a real-time fuel estimation and monitoring system using the Flight Gear simulator. </a:t>
            </a:r>
          </a:p>
          <a:p>
            <a:pPr lvl="0"/>
            <a:r>
              <a:rPr lang="en-IN" sz="2150" dirty="0"/>
              <a:t>Successfully processed flight telemetry through UDP communication and a Python backend. </a:t>
            </a:r>
          </a:p>
          <a:p>
            <a:pPr lvl="0"/>
            <a:r>
              <a:rPr lang="en-IN" sz="2150" dirty="0"/>
              <a:t>Estimated key fuel parameters, including fuel flow, fuel remaining, endurance, range, landing fuel, and bingo fuel. </a:t>
            </a:r>
          </a:p>
          <a:p>
            <a:pPr lvl="0"/>
            <a:r>
              <a:rPr lang="en-IN" sz="2150" dirty="0"/>
              <a:t>Integrated the system with a Flask-based web dashboard for real-time visualization. </a:t>
            </a:r>
          </a:p>
          <a:p>
            <a:pPr lvl="0"/>
            <a:r>
              <a:rPr lang="en-IN" sz="2150" dirty="0"/>
              <a:t>Improved flight monitoring by providing accurate fuel information and timely fuel alerts. </a:t>
            </a:r>
          </a:p>
          <a:p>
            <a:pPr lvl="0"/>
            <a:r>
              <a:rPr lang="en-IN" sz="2150" dirty="0"/>
              <a:t>The proposed system demonstrates a reliable and scalable approach for real-time aircraft fuel monitoring and decision support</a:t>
            </a:r>
            <a:r>
              <a:rPr lang="en-IN" dirty="0"/>
              <a:t>.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392139"/>
      </p:ext>
    </p:extLst>
  </p:cSld>
  <p:clrMapOvr>
    <a:masterClrMapping/>
  </p:clrMapOvr>
  <p:transition spd="slow"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13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975439"/>
      </p:ext>
    </p:extLst>
  </p:cSld>
  <p:clrMapOvr>
    <a:masterClrMapping/>
  </p:clrMapOvr>
  <p:transition spd="slow">
    <p:blinds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440382"/>
      </p:ext>
    </p:extLst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11618</TotalTime>
  <Words>785</Words>
  <Application>Microsoft Office PowerPoint</Application>
  <PresentationFormat>Widescreen</PresentationFormat>
  <Paragraphs>128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Products &amp; Services</vt:lpstr>
      <vt:lpstr>Working domain / Technology</vt:lpstr>
      <vt:lpstr>Objectives of the work</vt:lpstr>
      <vt:lpstr>Overall System Workflow</vt:lpstr>
      <vt:lpstr>System Architecture</vt:lpstr>
      <vt:lpstr>Fuel Estimation Process</vt:lpstr>
      <vt:lpstr>Results </vt:lpstr>
      <vt:lpstr>Results – Real Time System Execution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NITYA CHANDRAKANT MADIWAL</cp:lastModifiedBy>
  <cp:revision>948</cp:revision>
  <cp:lastPrinted>2018-07-24T06:37:20Z</cp:lastPrinted>
  <dcterms:created xsi:type="dcterms:W3CDTF">2018-06-07T04:06:17Z</dcterms:created>
  <dcterms:modified xsi:type="dcterms:W3CDTF">2026-08-07T20:05:08Z</dcterms:modified>
</cp:coreProperties>
</file>